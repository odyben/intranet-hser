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70" autoAdjust="0"/>
    <p:restoredTop sz="94660"/>
  </p:normalViewPr>
  <p:slideViewPr>
    <p:cSldViewPr snapToGrid="0">
      <p:cViewPr varScale="1">
        <p:scale>
          <a:sx n="71" d="100"/>
          <a:sy n="71" d="100"/>
        </p:scale>
        <p:origin x="4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9891-F299-4024-84F9-D0F1C9A14D90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54493-F881-47EE-81DB-C546054A4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25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9891-F299-4024-84F9-D0F1C9A14D90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54493-F881-47EE-81DB-C546054A4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78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9891-F299-4024-84F9-D0F1C9A14D90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54493-F881-47EE-81DB-C546054A4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8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9891-F299-4024-84F9-D0F1C9A14D90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54493-F881-47EE-81DB-C546054A4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9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9891-F299-4024-84F9-D0F1C9A14D90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54493-F881-47EE-81DB-C546054A4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25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9891-F299-4024-84F9-D0F1C9A14D90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54493-F881-47EE-81DB-C546054A4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5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9891-F299-4024-84F9-D0F1C9A14D90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54493-F881-47EE-81DB-C546054A4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1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9891-F299-4024-84F9-D0F1C9A14D90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54493-F881-47EE-81DB-C546054A4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9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9891-F299-4024-84F9-D0F1C9A14D90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54493-F881-47EE-81DB-C546054A4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38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9891-F299-4024-84F9-D0F1C9A14D90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54493-F881-47EE-81DB-C546054A4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41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F9891-F299-4024-84F9-D0F1C9A14D90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54493-F881-47EE-81DB-C546054A4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F9891-F299-4024-84F9-D0F1C9A14D90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54493-F881-47EE-81DB-C546054A4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5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0609"/>
            <a:ext cx="10515600" cy="1171978"/>
          </a:xfrm>
        </p:spPr>
        <p:txBody>
          <a:bodyPr>
            <a:no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CROSS AUDIT FINDING</a:t>
            </a:r>
            <a:b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3200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EDITION STANDARD MSQH</a:t>
            </a:r>
            <a:b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32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9211811"/>
              </p:ext>
            </p:extLst>
          </p:nvPr>
        </p:nvGraphicFramePr>
        <p:xfrm>
          <a:off x="819150" y="1403350"/>
          <a:ext cx="10836231" cy="4647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1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9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468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STANDARD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OVERALL RATING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AUDITOR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687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r>
                        <a:rPr lang="en-US" dirty="0"/>
                        <a:t>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 </a:t>
                      </a:r>
                      <a:r>
                        <a:rPr lang="en-US" u="sng" dirty="0" err="1"/>
                        <a:t>Organisation</a:t>
                      </a:r>
                      <a:r>
                        <a:rPr lang="en-US" u="sng" dirty="0"/>
                        <a:t> And Management</a:t>
                      </a:r>
                    </a:p>
                    <a:p>
                      <a:r>
                        <a:rPr lang="en-US" u="none" dirty="0"/>
                        <a:t>1.1.1 All mission, vision and goals achieved are monitored, reviewed and revised accordingly.</a:t>
                      </a:r>
                    </a:p>
                    <a:p>
                      <a:r>
                        <a:rPr lang="en-US" u="none" dirty="0"/>
                        <a:t>1.1.6 Unit doing the duty roster</a:t>
                      </a:r>
                    </a:p>
                    <a:p>
                      <a:endParaRPr 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Pn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Mazlin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6876">
                <a:tc>
                  <a:txBody>
                    <a:bodyPr/>
                    <a:lstStyle/>
                    <a:p>
                      <a:r>
                        <a:rPr lang="en-US" dirty="0"/>
                        <a:t>Standard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r>
                        <a:rPr lang="en-US" dirty="0"/>
                        <a:t>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 </a:t>
                      </a:r>
                      <a:r>
                        <a:rPr lang="en-US" u="sng" dirty="0"/>
                        <a:t>Human Resource Development And Management</a:t>
                      </a:r>
                    </a:p>
                    <a:p>
                      <a:r>
                        <a:rPr lang="en-US" u="none" dirty="0"/>
                        <a:t>2.1.1 All the physiotherapist in unit are appointed by KKM and are credentialed</a:t>
                      </a:r>
                    </a:p>
                    <a:p>
                      <a:r>
                        <a:rPr lang="en-US" u="none" dirty="0"/>
                        <a:t>2.1.8 There is no attendance degree/post basic training</a:t>
                      </a:r>
                    </a:p>
                    <a:p>
                      <a:endParaRPr 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Pn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Mazlin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856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0609"/>
            <a:ext cx="10515600" cy="1171978"/>
          </a:xfrm>
        </p:spPr>
        <p:txBody>
          <a:bodyPr>
            <a:no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CROSS AUDIT FINDING</a:t>
            </a:r>
            <a:b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3200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EDITION STANDARD MSQH</a:t>
            </a:r>
            <a:b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32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221181"/>
              </p:ext>
            </p:extLst>
          </p:nvPr>
        </p:nvGraphicFramePr>
        <p:xfrm>
          <a:off x="819150" y="1403350"/>
          <a:ext cx="10836231" cy="5327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1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9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58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STANDARD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OVERALL RATING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AUDITOR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04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r>
                        <a:rPr lang="en-US" dirty="0"/>
                        <a:t>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 </a:t>
                      </a:r>
                      <a:r>
                        <a:rPr lang="en-US" u="sng" dirty="0"/>
                        <a:t>Policies And Procedures</a:t>
                      </a:r>
                    </a:p>
                    <a:p>
                      <a:r>
                        <a:rPr lang="en-US" u="none" dirty="0"/>
                        <a:t>3.1.4 Unit meeting done to brief all unit staffs about current policies and procedures</a:t>
                      </a:r>
                    </a:p>
                    <a:p>
                      <a:r>
                        <a:rPr lang="en-US" u="none" dirty="0"/>
                        <a:t>3.1.7 All unit policies </a:t>
                      </a:r>
                      <a:r>
                        <a:rPr lang="en-US" u="none" dirty="0" err="1"/>
                        <a:t>dan</a:t>
                      </a:r>
                      <a:r>
                        <a:rPr lang="en-US" u="none" dirty="0"/>
                        <a:t> procedures, protocols, </a:t>
                      </a:r>
                      <a:r>
                        <a:rPr lang="en-US" u="none" dirty="0" err="1"/>
                        <a:t>relevants</a:t>
                      </a:r>
                      <a:r>
                        <a:rPr lang="en-US" u="none" dirty="0"/>
                        <a:t> acts, regulation, by-law statutory requirements are accessible to physio staff</a:t>
                      </a:r>
                    </a:p>
                    <a:p>
                      <a:endParaRPr 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Pn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Mazlin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117">
                <a:tc>
                  <a:txBody>
                    <a:bodyPr/>
                    <a:lstStyle/>
                    <a:p>
                      <a:r>
                        <a:rPr lang="en-US" dirty="0"/>
                        <a:t>Standard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r>
                        <a:rPr lang="en-US" dirty="0"/>
                        <a:t>(86.5%)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4.1 Facilities And Equipment</a:t>
                      </a:r>
                    </a:p>
                    <a:p>
                      <a:r>
                        <a:rPr lang="en-US" u="none" dirty="0"/>
                        <a:t>4.1.1.1 Space crowded</a:t>
                      </a:r>
                    </a:p>
                    <a:p>
                      <a:r>
                        <a:rPr lang="en-US" u="none" dirty="0"/>
                        <a:t>4.1.1.2 Equipment not match to the complex case. </a:t>
                      </a:r>
                      <a:r>
                        <a:rPr lang="en-US" u="none" dirty="0" err="1"/>
                        <a:t>Eg.</a:t>
                      </a:r>
                      <a:r>
                        <a:rPr lang="en-US" u="none" dirty="0"/>
                        <a:t>, no </a:t>
                      </a:r>
                      <a:r>
                        <a:rPr lang="en-US" u="none" dirty="0" err="1"/>
                        <a:t>limbar</a:t>
                      </a:r>
                      <a:r>
                        <a:rPr lang="en-US" u="none" dirty="0"/>
                        <a:t> traction for nerve impingement and stand table for </a:t>
                      </a:r>
                      <a:r>
                        <a:rPr lang="en-US" u="none" dirty="0" err="1"/>
                        <a:t>neurocases</a:t>
                      </a:r>
                      <a:r>
                        <a:rPr lang="en-US" u="none" dirty="0"/>
                        <a:t>.</a:t>
                      </a:r>
                    </a:p>
                    <a:p>
                      <a:r>
                        <a:rPr lang="en-US" u="none" dirty="0"/>
                        <a:t>4.1.5.1 Disabled toilets few </a:t>
                      </a:r>
                      <a:r>
                        <a:rPr lang="en-US" u="none" dirty="0" err="1"/>
                        <a:t>metres</a:t>
                      </a:r>
                      <a:r>
                        <a:rPr lang="en-US" u="none" dirty="0"/>
                        <a:t> away from unit</a:t>
                      </a:r>
                    </a:p>
                    <a:p>
                      <a:r>
                        <a:rPr lang="en-US" u="none" dirty="0"/>
                        <a:t>4.1.6.1 Emergency alarm alert is few </a:t>
                      </a:r>
                      <a:r>
                        <a:rPr lang="en-US" u="none" dirty="0" err="1"/>
                        <a:t>metre</a:t>
                      </a:r>
                      <a:r>
                        <a:rPr lang="en-US" u="none" dirty="0"/>
                        <a:t> away outside CSSU</a:t>
                      </a:r>
                    </a:p>
                    <a:p>
                      <a:endParaRPr 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r>
                        <a:rPr lang="en-US" dirty="0"/>
                        <a:t>3</a:t>
                      </a:r>
                    </a:p>
                    <a:p>
                      <a:pPr algn="ctr"/>
                      <a:r>
                        <a:rPr lang="en-US" dirty="0"/>
                        <a:t>3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</a:t>
                      </a:r>
                    </a:p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Pn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Mazlin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400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0609"/>
            <a:ext cx="10515600" cy="1171978"/>
          </a:xfrm>
        </p:spPr>
        <p:txBody>
          <a:bodyPr>
            <a:no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CROSS AUDIT FINDING</a:t>
            </a:r>
            <a:b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3200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EDITION STANDARD MSQH</a:t>
            </a:r>
            <a:b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32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4473483"/>
              </p:ext>
            </p:extLst>
          </p:nvPr>
        </p:nvGraphicFramePr>
        <p:xfrm>
          <a:off x="819150" y="1403350"/>
          <a:ext cx="10836231" cy="4666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1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9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2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STANDARD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OVERALL RATING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AUDITOR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8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r>
                        <a:rPr lang="en-US" dirty="0"/>
                        <a:t>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5.1 Safety And Performance Improvement Activities</a:t>
                      </a:r>
                    </a:p>
                    <a:p>
                      <a:r>
                        <a:rPr lang="en-US" u="none" dirty="0"/>
                        <a:t>5.1.3.3 All staffs went for RCA workshop</a:t>
                      </a:r>
                    </a:p>
                    <a:p>
                      <a:endParaRPr 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r>
                        <a:rPr lang="en-US" dirty="0"/>
                        <a:t>4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Pn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Mazlin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25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0495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244</Words>
  <Application>Microsoft Office PowerPoint</Application>
  <PresentationFormat>Widescreen</PresentationFormat>
  <Paragraphs>78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CROSS AUDIT FINDING 6TH EDITION STANDARD MSQH </vt:lpstr>
      <vt:lpstr>CROSS AUDIT FINDING 6TH EDITION STANDARD MSQH </vt:lpstr>
      <vt:lpstr>CROSS AUDIT FINDING 6TH EDITION STANDARD MSQH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 AUDIT FINDING 6TH EDITION STANDARD MSQH</dc:title>
  <dc:creator>User</dc:creator>
  <cp:lastModifiedBy>roslinawati ibrahim</cp:lastModifiedBy>
  <cp:revision>8</cp:revision>
  <dcterms:created xsi:type="dcterms:W3CDTF">2023-02-14T04:14:02Z</dcterms:created>
  <dcterms:modified xsi:type="dcterms:W3CDTF">2024-01-22T08:23:01Z</dcterms:modified>
</cp:coreProperties>
</file>